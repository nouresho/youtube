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365760"/>
            <a:ext cx="2286000" cy="2286000"/>
          </a:xfrm>
          <a:prstGeom prst="ellipse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01168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DATA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ELT Pipeline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complète : Docker · Airflow · PostgreSQL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3657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6616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356616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0" y="356616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Simplon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🏗  Architecture Globale du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8778240" cy="1783080"/>
          </a:xfrm>
          <a:prstGeom prst="rect">
            <a:avLst/>
          </a:prstGeom>
          <a:solidFill>
            <a:srgbClr val="EFF6FF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606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C3F7"/>
                </a:solidFill>
              </a:rPr>
              <a:t>🐳 Docker Compose Network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645920" cy="14173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24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🎬 API YouTube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 API v3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38528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57400" y="960120"/>
            <a:ext cx="1645920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1024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Airflow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Orchestration DAGs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21608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960120"/>
            <a:ext cx="1645920" cy="1417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1024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📦 Staging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Données brutes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04688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23560" y="960120"/>
            <a:ext cx="1645920" cy="1417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1024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🔄 Transform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2356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ISO 8601·video_type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7768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0" y="960120"/>
            <a:ext cx="164592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10241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🐘 Core DWH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PostgreSQL·elt_db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2743200" cy="1920240"/>
          </a:xfrm>
          <a:prstGeom prst="rect">
            <a:avLst/>
          </a:prstGeom>
          <a:solidFill>
            <a:srgbClr val="F0F4FF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926080"/>
            <a:ext cx="2743200" cy="34747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33375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</a:rPr>
              <a:t>Playlist API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</a:rPr>
              <a:t>Video IDs (pagination)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</a:rPr>
              <a:t>Stats batch (50/appel)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926080"/>
            <a:ext cx="2743200" cy="1920240"/>
          </a:xfrm>
          <a:prstGeom prst="rect">
            <a:avLst/>
          </a:prstGeom>
          <a:solidFill>
            <a:srgbClr val="F0F4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26080"/>
            <a:ext cx="274320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33375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</a:rPr>
              <a:t>DAG produce_json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</a:rPr>
              <a:t>DAG load_to_dwh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</a:rPr>
              <a:t>TriggerDagRunOperator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2926080"/>
            <a:ext cx="2743200" cy="1920240"/>
          </a:xfrm>
          <a:prstGeom prst="rect">
            <a:avLst/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2926080"/>
            <a:ext cx="2743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Stockage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33375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</a:rPr>
              <a:t>staging.yt_api (brut)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</a:rPr>
              <a:t>core.yt_api (transformé)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</a:rPr>
              <a:t>Upsert ON CONFLICT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🐳  Docker Compose — Services &amp; Réseau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🐘 postgres:15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Base de données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1371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:5433:5432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38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73152" cy="1691640"/>
          </a:xfrm>
          <a:prstGeom prst="rect">
            <a:avLst/>
          </a:prstGeom>
          <a:solidFill>
            <a:srgbClr val="DC382D"/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24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⚡ redis:7.2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Broker Celery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828800"/>
            <a:ext cx="1371600" cy="292608"/>
          </a:xfrm>
          <a:prstGeom prst="rect">
            <a:avLst/>
          </a:prstGeom>
          <a:solidFill>
            <a:srgbClr val="DC382D"/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:6379:6379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3367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14400"/>
            <a:ext cx="73152" cy="169164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024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🖥 pgAdmin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Interface 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828800"/>
            <a:ext cx="1371600" cy="292608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828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:5050:80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34640"/>
            <a:ext cx="73152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🌐 airflow-webserver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UI Airflow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749040"/>
            <a:ext cx="137160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:8080:8080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34640"/>
            <a:ext cx="73152" cy="1691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📅 airflow-scheduler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Planificateur DAGs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3749040"/>
            <a:ext cx="137160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:—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83464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834640"/>
            <a:ext cx="73152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⚙️ airflow-worker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Exécuteur Celery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749040"/>
            <a:ext cx="137160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:—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6404"/>
                </a:solidFill>
              </a:rPr>
              <a:t>💡  Toutes les variables sensibles (API_KEY, mots de passe) sont chargées via env_file: .env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⚙️  Démonstration — DAGs Airflow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DAG 1 : produce_json  •  schedule: 0 14 * * *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46304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618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get_playlist_id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737360" y="13258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83664" y="1261872"/>
            <a:ext cx="146304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83664" y="12618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get_video_ids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46704" y="13258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93008" y="1261872"/>
            <a:ext cx="146304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93008" y="12618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extract_video_details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56048" y="13258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02352" y="1261872"/>
            <a:ext cx="146304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02352" y="12618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save_to_json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65392" y="13258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11696" y="1261872"/>
            <a:ext cx="146304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11696" y="12618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trigger_load_to_dwh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011680"/>
            <a:ext cx="2743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DAG 2 : load_to_dwh  •  schedule: None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1645920" cy="731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staging_table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insert/update/delete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20240" y="2606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103120" y="2468880"/>
            <a:ext cx="1645920" cy="7315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10312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core_table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transform + upsert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822960"/>
            <a:ext cx="4297680" cy="4023360"/>
          </a:xfrm>
          <a:prstGeom prst="rect">
            <a:avLst/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822960"/>
            <a:ext cx="4297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822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Détail des tâches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1325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🎬 get_playlist_id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15819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Récupère l'ID playlist uploads via forHandle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1892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📋 get_video_ids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2148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Pagination complète · nextPageToken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24597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📊 extract_details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2715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Batch 50 vidéos · stats + snippet + contentDetails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30266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💾 save_to_json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32826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Sauvegarde /opt/airflow/data/YT_data_{date}.json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3593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🔁 staging_table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38496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Upsert staging · suppression data drift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4160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✨ core_table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4416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Transform ISO 8601 · video_type · core.yt_api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🐘  Data Warehouse PostgreSQL — elt_db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STAGING — Données brutes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393192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46304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Colonne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6B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Video_ID (PK)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VARCHAR(11)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Identifiant unique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Video_Title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Titre brut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E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Upload_Date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TIMESTAMP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Date publication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Duration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VARCHAR(20)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Format ISO 8601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E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Video_Views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Vues brutes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Likes_Count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Likes bruts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E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Comments_Count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Commentaires bruts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822960"/>
            <a:ext cx="42976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8229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— Données transformées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297680" cy="347472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82880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Colonne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Transformation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Video_ID (PK)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VARCHAR(11)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=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Video_Title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TEXT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=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Upload_Date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TIMESTAMP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</a:rPr>
                        <a:t>=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Duration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ISO 8601 → HH:MM:SS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</a:rPr>
                        <a:t>Video_Type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</a:rPr>
                        <a:t>VARCHAR(10)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</a:rPr>
                        <a:t>Shorts / Normal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Video_Views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Mise à jour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Likes_Count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</a:rPr>
                        <a:t>Mise à jour</a:t>
                      </a:r>
                      <a:endParaRPr lang="en-US" sz="9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233672" y="2834640"/>
            <a:ext cx="3657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87952" y="2651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🔄  Transformations ELT &amp; Logique Métier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⏱  ISO 8601 → Durée lisible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25603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parse_duration("PT1H2M30S") → 01:02:30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Conversion via timedelta Python puis stockage en type TIME PostgreSQL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822960"/>
            <a:ext cx="274320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41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🎬  video_type : Shorts / Normal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5603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≤ 60s → "Shorts" | &gt; 60s → "Normal"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4612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Variable métier calculée pour segmenter l'analyse du contenu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822960"/>
            <a:ext cx="2743200" cy="365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841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🔁  Upsert (Insert + Update)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280160"/>
            <a:ext cx="25603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CONFLICT (Video_ID) DO UPDATE SET ...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72200" y="1783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Mise à jour des métriques dynamiques : views, likes, comments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880360"/>
            <a:ext cx="2743200" cy="3657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898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🗑  Data Drift — Suppression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337560"/>
            <a:ext cx="25603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WHERE Video_ID NOT IN {api_ids}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0040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Suppression des vidéos retirées de la chaîne YouTube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54680" y="28803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880360"/>
            <a:ext cx="27432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898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🔗  PostgresHook + psycopg2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337560"/>
            <a:ext cx="25603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PostgresHook(postgres_conn_id="postgres_db_yt_elt")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46120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Abstraction Airflow pour la gestion des connexions et curseurs SQL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28803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880360"/>
            <a:ext cx="274320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898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📂  Chargement depuis JSON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3337560"/>
            <a:ext cx="2560320" cy="411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337560"/>
            <a:ext cx="25603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load_data() → /opt/airflow/data/YT_data_{date}.json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72200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Lecture du fichier produit par produce_json et chargé en staging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💡  Choix Techniques &amp; Justifications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2496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28016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548640" cy="548640"/>
          </a:xfrm>
          <a:prstGeom prst="ellipse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Docker Compose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2984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Reproductibilité totale de l'environnement. Un seul fichier lance 6 services interconnectés.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73152" cy="12801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05840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Apache Airflow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2984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Orchestration robuste avec scheduling cron, retry automatique, monitoring UI et logs par tâche.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420624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40280"/>
            <a:ext cx="73152" cy="1280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423160"/>
            <a:ext cx="548640" cy="5486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2331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CeleryExecutor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7157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Exécution parallèle des tâches via Redis comme broker — scalable horizontalement.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240280"/>
            <a:ext cx="420624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3367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40280"/>
            <a:ext cx="73152" cy="128016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423160"/>
            <a:ext cx="548640" cy="548640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2331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PostgresHook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27157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Abstraction native Airflow pour gérer connexions/curseurs sans hardcoder les credentials.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657600"/>
            <a:ext cx="420624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57600"/>
            <a:ext cx="73152" cy="12801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840480"/>
            <a:ext cx="548640" cy="54864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Pattern ELT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1330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Les transformations se font dans PostgreSQL — plus flexible que ETL traditionnel pour l'analytique.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657600"/>
            <a:ext cx="4206240" cy="1280160"/>
          </a:xfrm>
          <a:prstGeom prst="rect">
            <a:avLst/>
          </a:prstGeom>
          <a:solidFill>
            <a:srgbClr val="F0F4FF"/>
          </a:solidFill>
          <a:ln w="12700">
            <a:solidFill>
              <a:srgbClr val="FF47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57600"/>
            <a:ext cx="73152" cy="12801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840480"/>
            <a:ext cx="548640" cy="548640"/>
          </a:xfrm>
          <a:prstGeom prst="ellipse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86400" y="3749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Upsert Strategy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0" y="41330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 CONFLICT évite les doublons et met à jour les métriques dynamiques en une seule requête.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✅  Pipeline opérationnel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502920"/>
          </a:xfrm>
          <a:prstGeom prst="rect">
            <a:avLst/>
          </a:prstGeom>
          <a:solidFill>
            <a:srgbClr val="253580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14630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🐳  6 services Docker orchestrés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057400"/>
            <a:ext cx="6400800" cy="502920"/>
          </a:xfrm>
          <a:prstGeom prst="rect">
            <a:avLst/>
          </a:prstGeom>
          <a:solidFill>
            <a:srgbClr val="253580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20574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⚙️  2 DAGs Airflow automatisés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651760"/>
            <a:ext cx="6400800" cy="502920"/>
          </a:xfrm>
          <a:prstGeom prst="rect">
            <a:avLst/>
          </a:prstGeom>
          <a:solidFill>
            <a:srgbClr val="253580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26517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📊  Données freecodecamp extraites quotidiennement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246120"/>
            <a:ext cx="6400800" cy="502920"/>
          </a:xfrm>
          <a:prstGeom prst="rect">
            <a:avLst/>
          </a:prstGeom>
          <a:solidFill>
            <a:srgbClr val="253580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32461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🔄  ELT complet : ISO 8601 + video_type + upsert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6400800" cy="502920"/>
          </a:xfrm>
          <a:prstGeom prst="rect">
            <a:avLst/>
          </a:prstGeom>
          <a:solidFill>
            <a:srgbClr val="253580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63040" y="3840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🐘  Data Warehouse staging + core opérationnel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Merci · Questions 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ELT Pipeline</dc:title>
  <dc:subject>PptxGenJS Presentation</dc:subject>
  <dc:creator>Data Engineers</dc:creator>
  <cp:lastModifiedBy>Data Engineers</cp:lastModifiedBy>
  <cp:revision>1</cp:revision>
  <dcterms:created xsi:type="dcterms:W3CDTF">2026-05-15T08:21:55Z</dcterms:created>
  <dcterms:modified xsi:type="dcterms:W3CDTF">2026-05-15T08:21:55Z</dcterms:modified>
</cp:coreProperties>
</file>